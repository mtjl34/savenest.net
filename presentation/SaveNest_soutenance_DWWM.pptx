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3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640080" y="822960"/>
            <a:ext cx="6126480" cy="292608"/>
          </a:xfrm>
          <a:prstGeom prst="round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Cover title"/>
          <p:cNvSpPr txBox="1"/>
          <p:nvPr/>
        </p:nvSpPr>
        <p:spPr>
          <a:xfrm>
            <a:off x="777240" y="1097280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3000" b="1" dirty="0" smtClean="0">
                <a:solidFill>
                  <a:srgbClr val="FFF8F0"/>
                </a:solidFill>
              </a:rPr>
              <a:t>SaveNest</a:t>
            </a:r>
            <a:endParaRPr lang="fr-FR" sz="30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822960" y="214884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700" dirty="0" smtClean="0">
                <a:solidFill>
                  <a:srgbClr val="F7E9D8"/>
                </a:solidFill>
              </a:rPr>
              <a:t>Application web de gestion de favoris</a:t>
            </a:r>
            <a:endParaRPr lang="fr-FR" sz="1700" dirty="0"/>
          </a:p>
          <a:p>
            <a:r>
              <a:rPr lang="fr-FR" sz="1700" dirty="0" smtClean="0">
                <a:solidFill>
                  <a:srgbClr val="F7E9D8"/>
                </a:solidFill>
              </a:rPr>
              <a:t>Titre Professionnel Developpeur Web et Web Mobile</a:t>
            </a:r>
            <a:endParaRPr lang="fr-FR" sz="1700" dirty="0"/>
          </a:p>
          <a:p>
            <a:r>
              <a:rPr lang="fr-FR" sz="1700" dirty="0" smtClean="0">
                <a:solidFill>
                  <a:srgbClr val="F7E9D8"/>
                </a:solidFill>
              </a:rPr>
              <a:t>Nom Prenom : a completer sur cette slide</a:t>
            </a:r>
            <a:endParaRPr lang="fr-FR" sz="1700" dirty="0"/>
          </a:p>
        </p:txBody>
      </p:sp>
      <p:sp>
        <p:nvSpPr>
          <p:cNvPr id="5" name="Cover footer"/>
          <p:cNvSpPr txBox="1"/>
          <p:nvPr/>
        </p:nvSpPr>
        <p:spPr>
          <a:xfrm>
            <a:off x="822960" y="57150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200" dirty="0" smtClean="0">
                <a:solidFill>
                  <a:srgbClr val="EBD0A9"/>
                </a:solidFill>
              </a:rPr>
              <a:t>Application de gestion de favoris en catégories publiques et privées</a:t>
            </a:r>
            <a:endParaRPr lang="fr-FR" sz="1200" dirty="0"/>
          </a:p>
        </p:txBody>
      </p:sp>
      <p:pic>
        <p:nvPicPr>
          <p:cNvPr id="6" name="SaveNes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41131"/>
            <a:ext cx="3931920" cy="2918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Qui Suis-Je ?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Parcours professionnel : a personnaliser avec tes experiences principales.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Parcours de vie : ce qui t'a amene vers le developpement web.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Pourquoi je suis ici : valider le titre et concretiser ma progression.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Ce projet represente ma capacite a concevoir une application complete.</a:t>
            </a:r>
            <a:endParaRPr lang="fr-FR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Pourquoi Ce Projet ?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Les favoris du navigateur deviennent vite disperses et peu lisibles.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Il manquait une solution simple pour classer les liens par categorie.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Le projet permet aussi de distinguer des contenus publics et prives.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SaveNest est ne d'un besoin concret d'organisation et de confidentialite.</a:t>
            </a:r>
            <a:endParaRPr lang="fr-FR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Objectif Du Projet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Creer une application web de gestion de favoris personnels.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Permettre l'ajout, la modification, le classement et la suppression de liens.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Organiser les favoris dans des categories publiques ou privees.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Proposer une solution full stack claire, fonctionnelle et evolutive.</a:t>
            </a:r>
            <a:endParaRPr lang="fr-FR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Technologies Utilisees - Frontend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HTML5 pour structurer les pages de l'application.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CSS3 pour la mise en forme et l'adaptation responsive.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JavaScript natif pour gerer l'affichage, les formulaires et les interactions.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Modules scripts separes par page pour garder une logique lisible.</a:t>
            </a:r>
            <a:endParaRPr lang="fr-FR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Technologies Utilisees - Backend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Node.js et Express pour construire le serveur et les routes API.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Postman pour tester les routes HTTP et valider les reponses JSON.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Architecture en routes, controleurs et middlewares.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MySQL2 pour dialoguer avec une base de donnees relationnelle.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JWT et bcrypt pour l'authentification et la securisation des mots de passe.</a:t>
            </a:r>
            <a:endParaRPr lang="fr-FR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Technologies Utilisees - Base De Donnees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Base de donnees MySQL relationnelle.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Tables principales : utilisateurs, roles, categories, favoris, langues.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Relations entre les entites pour garantir la coherence des donnees.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Utilisation de jointures SQL pour renvoyer au frontend des donnees deja enrichies.</a:t>
            </a:r>
            <a:endParaRPr lang="fr-FR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MCD / MLD Et Methode MERISE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393192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650" dirty="0" smtClean="0">
                <a:solidFill>
                  <a:srgbClr val="4A2F1F"/>
                </a:solidFill>
              </a:rPr>
              <a:t>• Le MCD represente les entites metier et leurs relations.</a:t>
            </a:r>
            <a:endParaRPr lang="fr-FR" sz="1650" dirty="0"/>
          </a:p>
          <a:p>
            <a:r>
              <a:rPr lang="fr-FR" sz="1650" dirty="0" smtClean="0">
                <a:solidFill>
                  <a:srgbClr val="4A2F1F"/>
                </a:solidFill>
              </a:rPr>
              <a:t>• Le MLD traduit cette modelisation en structure exploitable pour la base SQL.</a:t>
            </a:r>
            <a:endParaRPr lang="fr-FR" sz="1650" dirty="0"/>
          </a:p>
          <a:p>
            <a:r>
              <a:rPr lang="fr-FR" sz="1650" dirty="0" smtClean="0">
                <a:solidFill>
                  <a:srgbClr val="4A2F1F"/>
                </a:solidFill>
              </a:rPr>
              <a:t>• La methode MERISE aide a passer du besoin fonctionnel au schema relationnel.</a:t>
            </a:r>
            <a:endParaRPr lang="fr-FR" sz="1650" dirty="0"/>
          </a:p>
        </p:txBody>
      </p:sp>
      <p:sp>
        <p:nvSpPr>
          <p:cNvPr id="5" name="Image frame 1"/>
          <p:cNvSpPr/>
          <p:nvPr/>
        </p:nvSpPr>
        <p:spPr>
          <a:xfrm>
            <a:off x="4892040" y="1463040"/>
            <a:ext cx="2743200" cy="406908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mc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84876"/>
            <a:ext cx="2468880" cy="1425408"/>
          </a:xfrm>
          <a:prstGeom prst="rect">
            <a:avLst/>
          </a:prstGeom>
        </p:spPr>
      </p:pic>
      <p:sp>
        <p:nvSpPr>
          <p:cNvPr id="7" name="Image frame 2"/>
          <p:cNvSpPr/>
          <p:nvPr/>
        </p:nvSpPr>
        <p:spPr>
          <a:xfrm>
            <a:off x="7955279" y="1463040"/>
            <a:ext cx="2743200" cy="406908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8" name="ml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839156"/>
            <a:ext cx="2468880" cy="1316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Les 3 Formes De Normalisation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1FN : chaque champ contient une valeur simple, sans repetition dans une meme colonne.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2FN : chaque attribut depend bien de la cle primaire complete.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3FN : les attributs ne dependent pas d'autres attributs non cles.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Dans SaveNest, cette normalisation aide a separer proprement utilisateurs, roles, categories et favoris.</a:t>
            </a:r>
            <a:endParaRPr lang="fr-FR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API RESTful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Une API RESTful expose des ressources via des routes HTTP claires.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Chaque ressource possede des actions adaptees : GET, POST, PATCH, DELETE.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Dans SaveNest : /api/auth, /api/categories et /api/favs.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L'utilite : separer le frontend, le traitement metier et l'acces aux donnees.</a:t>
            </a:r>
            <a:endParaRPr lang="fr-FR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Fetch, Async / Await Et Echanges Client Serveur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Le frontend utilise fetch() pour envoyer des requetes au backend.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Les donnees circulent en JSON entre le navigateur et Express.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async / await rend le code asynchrone plus lisible qu'avec des callbacks.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Exemple concret : chargement des categories et favoris apres authentification.</a:t>
            </a:r>
            <a:endParaRPr lang="fr-FR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JOIN / VIEW Et Leur Utilite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Les JOIN servent a recuperer des donnees liees entre plusieurs tables.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Dans SaveNest, des requetes jointes reconstruisent le contexte d'un utilisateur ou d'un favori.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Exemple : favSelectQuery joint favs et category pour connaitre le proprietaire et la confidentialite.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VIEW : meme sans vue SQL materialisee, le projet suit une logique de vue de donnees prêtes pour le frontend.</a:t>
            </a:r>
            <a:endParaRPr lang="fr-FR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Difficultes Rencontrees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Gerer plusieurs etats d'interface en JavaScript natif.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Mettre en place la confidentialite sur certaines categories.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Verifier les droits d'acces selon l'utilisateur et le role.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Structurer un code full stack lisible tout en ajoutant des cas metiers.</a:t>
            </a:r>
            <a:endParaRPr lang="fr-FR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Demo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Connexion a l'application avec un compte existant.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Creation d'une categorie puis ajout d'un favori.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Consultation, modification ou deplacement d'un favori.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Ouverture d'une categorie privee.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Suppression puis restauration d'une categorie si tu veux montrer ce point.</a:t>
            </a:r>
            <a:endParaRPr lang="fr-FR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Pistes D Evolution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Ajouter des tests automatises front et back.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Prevoir un vrai deploiement de production.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Ajouter la recuperation de mot de passe par email.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Ameliorer l'accessibilite et l'experience mobile.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Faire evoluer le frontend si le perimetre devient plus large.</a:t>
            </a:r>
            <a:endParaRPr lang="fr-FR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2400" b="1" dirty="0" smtClean="0">
                <a:solidFill>
                  <a:srgbClr val="4A2F1F"/>
                </a:solidFill>
              </a:rPr>
              <a:t>Merci</a:t>
            </a:r>
            <a:endParaRPr lang="fr-FR" sz="2400" dirty="0"/>
          </a:p>
        </p:txBody>
      </p:sp>
      <p:sp>
        <p:nvSpPr>
          <p:cNvPr id="3" name="Title underline"/>
          <p:cNvSpPr/>
          <p:nvPr/>
        </p:nvSpPr>
        <p:spPr>
          <a:xfrm>
            <a:off x="685800" y="1005840"/>
            <a:ext cx="1920240" cy="73152"/>
          </a:xfrm>
          <a:prstGeom prst="rect">
            <a:avLst/>
          </a:prstGeom>
          <a:solidFill>
            <a:srgbClr val="D8B0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ody"/>
          <p:cNvSpPr txBox="1"/>
          <p:nvPr/>
        </p:nvSpPr>
        <p:spPr>
          <a:xfrm>
            <a:off x="777240" y="1325880"/>
            <a:ext cx="101498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fr-FR" sz="1850" dirty="0" smtClean="0">
                <a:solidFill>
                  <a:srgbClr val="4A2F1F"/>
                </a:solidFill>
              </a:rPr>
              <a:t>• Merci pour votre attention.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Cette formation m'a permis de structurer mes competences techniques et ma methode de travail.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L'obtention du titre represente une etape importante dans mon evolution professionnelle.</a:t>
            </a:r>
            <a:endParaRPr lang="fr-FR" sz="1850" dirty="0"/>
          </a:p>
          <a:p>
            <a:r>
              <a:rPr lang="fr-FR" sz="1850" dirty="0" smtClean="0">
                <a:solidFill>
                  <a:srgbClr val="4A2F1F"/>
                </a:solidFill>
              </a:rPr>
              <a:t>• Je suis disponible pour la demonstration et pour repondre a vos questions.</a:t>
            </a:r>
            <a:endParaRPr lang="fr-FR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veNest Theme">
  <a:themeElements>
    <a:clrScheme name="SaveNest Colors">
      <a:dk1>
        <a:srgbClr val="3E2416"/>
      </a:dk1>
      <a:lt1>
        <a:srgbClr val="FFF8F0"/>
      </a:lt1>
      <a:dk2>
        <a:srgbClr val="5A3A27"/>
      </a:dk2>
      <a:lt2>
        <a:srgbClr val="F5E5D2"/>
      </a:lt2>
      <a:accent1>
        <a:srgbClr val="7A4A2A"/>
      </a:accent1>
      <a:accent2>
        <a:srgbClr val="D8B07A"/>
      </a:accent2>
      <a:accent3>
        <a:srgbClr val="A86F43"/>
      </a:accent3>
      <a:accent4>
        <a:srgbClr val="C99359"/>
      </a:accent4>
      <a:accent5>
        <a:srgbClr val="EBD0A9"/>
      </a:accent5>
      <a:accent6>
        <a:srgbClr val="8D5F3C"/>
      </a:accent6>
      <a:hlink>
        <a:srgbClr val="7A4A2A"/>
      </a:hlink>
      <a:folHlink>
        <a:srgbClr val="C99359"/>
      </a:folHlink>
    </a:clrScheme>
    <a:fontScheme name="SaveNest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aveNest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50000">
              <a:schemeClr val="phClr">
                <a:tint val="98000"/>
                <a:satMod val="130000"/>
              </a:schemeClr>
            </a:gs>
            <a:gs pos="100000">
              <a:schemeClr val="phClr">
                <a:tint val="90000"/>
                <a:satMod val="12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16</vt:i4>
      </vt:variant>
    </vt:vector>
  </HeadingPairs>
  <TitlesOfParts>
    <vt:vector size="16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SaveNest - Soutenance DWWM</dc:title>
  <dc:subject>Présentation projet web et web mobile</dc:subject>
  <dc:creator>OpenAI Codex</dc:creator>
  <cp:keywords>SaveNest;DWWM;PowerPoint</cp:keywords>
  <dc:description>Présentation générée à partir du projet SaveNest.</dc:description>
  <cp:lastModifiedBy>OpenAI Codex</cp:lastModifiedBy>
  <dcterms:created xsi:type="dcterms:W3CDTF">2026-05-18T09:15:25Z</dcterms:created>
  <dcterms:modified xsi:type="dcterms:W3CDTF">2026-05-18T09:15:25Z</dcterms:modified>
</cp:coreProperties>
</file>